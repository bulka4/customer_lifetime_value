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86AD0-BC1A-9298-CFD5-AE9D37576E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8DF28B-E86C-76E6-E93C-80FA956E3B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C8060F-21D6-3119-24D2-469E5E000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A3032-E1C3-4374-8C1F-58D523DFD492}" type="datetimeFigureOut">
              <a:rPr lang="en-US" smtClean="0"/>
              <a:t>11/7/2023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256B1E-06BB-9F4C-9067-02A82EB89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C5703B-19A5-A504-6406-EB16C134D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BFF74-BD5D-40D0-A38E-ED57C2F6E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085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646F3-87D6-D945-26F8-ACE6B45AC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DFF197-9855-0B73-BA36-8F1E6C6512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808172-585A-1812-B958-19714D4B4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A3032-E1C3-4374-8C1F-58D523DFD492}" type="datetimeFigureOut">
              <a:rPr lang="en-US" smtClean="0"/>
              <a:t>11/7/2023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BD237A-1407-F719-FB7C-853415E9C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8A9D38-7AAF-4DA9-8AD6-128E5890C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BFF74-BD5D-40D0-A38E-ED57C2F6E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1729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D9B1F-0203-197E-95A3-B29453FEC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23553E-FAAE-8281-467A-9A9DE894EB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3B2CFD-162B-8DAB-E1AF-82D29C3F2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A3032-E1C3-4374-8C1F-58D523DFD492}" type="datetimeFigureOut">
              <a:rPr lang="en-US" smtClean="0"/>
              <a:t>11/7/2023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95A3CF-3773-26B4-32AA-0954A0FC9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E553D4-4DC5-3FEE-3C76-280D33718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BFF74-BD5D-40D0-A38E-ED57C2F6E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293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46437-25FA-C667-3CDE-AAA62418C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5FA7D8-D3A8-378C-44A6-42BA972F2B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8F6C6F-95A9-CC9F-EA08-CE2B6C095C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7004A3-4840-3DC0-6044-8AA914466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A3032-E1C3-4374-8C1F-58D523DFD492}" type="datetimeFigureOut">
              <a:rPr lang="en-US" smtClean="0"/>
              <a:t>11/7/2023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238738-678C-3C07-8793-8764183B2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46AB8C-B25F-D911-DC87-EF8F5A911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BFF74-BD5D-40D0-A38E-ED57C2F6E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7604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A65B2-9218-3D42-A0F5-642D17EF3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F075C5-300F-6A02-71DF-594C7E4F64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D5704A-019E-43F2-E0F3-7888D8B308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6F2B3F-F7E7-575D-4A46-12E5C94A42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D950D7-4493-5626-27FB-FB680B4C7C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4BC8AA-55F8-2AFC-63E1-2FA1352B4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A3032-E1C3-4374-8C1F-58D523DFD492}" type="datetimeFigureOut">
              <a:rPr lang="en-US" smtClean="0"/>
              <a:t>11/7/2023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49B590-0E1D-CEEA-3A8F-7C0201AD0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544071-EE3F-7C79-8CDC-A9E9A8D0C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BFF74-BD5D-40D0-A38E-ED57C2F6E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818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870E1-72DC-4695-6949-59DBB8009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80D3D0-B1F1-8EE4-B180-D9AB62DAE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A3032-E1C3-4374-8C1F-58D523DFD492}" type="datetimeFigureOut">
              <a:rPr lang="en-US" smtClean="0"/>
              <a:t>11/7/2023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0ECF56-7622-926F-201F-66F6CE637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B4EC0F-2DBB-30CA-B37C-842AAE0F8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BFF74-BD5D-40D0-A38E-ED57C2F6E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1791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EFB327-D5E8-7FB7-FA57-A9B95A7EC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A3032-E1C3-4374-8C1F-58D523DFD492}" type="datetimeFigureOut">
              <a:rPr lang="en-US" smtClean="0"/>
              <a:t>11/7/2023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CF17C6-AA59-8D9A-8CEE-F25AA14BF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4E6B45-FD28-8A9C-EA4C-1BEED3BAF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BFF74-BD5D-40D0-A38E-ED57C2F6E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4010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27AE2-9425-0D0A-9BB5-5C207E5D9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88CCDA-B8FF-8E00-7399-BC3C31AD8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59FE0F-E5A6-58A8-B2D1-D10E163296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8701C9-D7B9-1164-CD0B-9CF640FB1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A3032-E1C3-4374-8C1F-58D523DFD492}" type="datetimeFigureOut">
              <a:rPr lang="en-US" smtClean="0"/>
              <a:t>11/7/2023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73ADDA-34D7-5377-0D94-AEFD7E7A2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8BE526-30D1-E11B-7135-8E0FAAE9F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BFF74-BD5D-40D0-A38E-ED57C2F6E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241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7F331-B7D2-7941-56FD-A6A758B2B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5F30A0-1E05-9768-704C-D64A2FCC7D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79B13C-5C79-44AF-F78F-725AD92F8E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1A0E11-C22C-45CF-6CC7-11703C1BC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A3032-E1C3-4374-8C1F-58D523DFD492}" type="datetimeFigureOut">
              <a:rPr lang="en-US" smtClean="0"/>
              <a:t>11/7/2023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A5CD01-4292-32B0-5760-5589292A8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83BC6B-011F-CEB3-C469-389B9756F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BFF74-BD5D-40D0-A38E-ED57C2F6E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4011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783B1-0209-C877-2EB2-6EA2C835E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213E91-62B8-0594-5BDA-D810404EDF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D8FBAC-9CB4-1FEC-8E70-0A77BD4A9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A3032-E1C3-4374-8C1F-58D523DFD492}" type="datetimeFigureOut">
              <a:rPr lang="en-US" smtClean="0"/>
              <a:t>11/7/2023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913122-2ADE-37A2-35BF-CDFD13CC9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550C38-015F-186F-0E79-33CE95C16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BFF74-BD5D-40D0-A38E-ED57C2F6E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5991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B72562-5D78-2C29-599A-6F8CB77E35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22D427-D0E9-A384-4251-E54BD25697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8A7D38-AE3E-F6E2-456B-6F1DFCD82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A3032-E1C3-4374-8C1F-58D523DFD492}" type="datetimeFigureOut">
              <a:rPr lang="en-US" smtClean="0"/>
              <a:t>11/7/2023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F1F89C-C7A9-622C-9B31-952B4C54E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D7274A-5CFC-2EC5-FEDF-A175F830E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BFF74-BD5D-40D0-A38E-ED57C2F6E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0896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CC35EA-D1EC-E5FC-1DB5-EF1A8B01C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ABD63C-79CC-6953-0E7E-339E4210B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9BC1A9-E0B8-6855-67BF-1AA1E05FAE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9A3032-E1C3-4374-8C1F-58D523DFD492}" type="datetimeFigureOut">
              <a:rPr lang="en-US" smtClean="0"/>
              <a:t>11/7/2023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034C81-AC12-9DE7-5D90-50668DD2B6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84E675-A85F-E221-552D-2CF4D9999E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4BFF74-BD5D-40D0-A38E-ED57C2F6E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415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C74AD40C-BF94-924E-EA3D-F5A86F36A989}"/>
              </a:ext>
            </a:extLst>
          </p:cNvPr>
          <p:cNvSpPr txBox="1"/>
          <p:nvPr/>
        </p:nvSpPr>
        <p:spPr>
          <a:xfrm>
            <a:off x="1846555" y="639192"/>
            <a:ext cx="81298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Model architecture for combination of sales in different months and clients’ features</a:t>
            </a:r>
          </a:p>
          <a:p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A3E204-FA20-91DF-E24C-0FD051204AB4}"/>
              </a:ext>
            </a:extLst>
          </p:cNvPr>
          <p:cNvSpPr txBox="1"/>
          <p:nvPr/>
        </p:nvSpPr>
        <p:spPr>
          <a:xfrm>
            <a:off x="1511738" y="2059619"/>
            <a:ext cx="1143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[x1, …, </a:t>
            </a:r>
            <a:r>
              <a:rPr lang="en-US" dirty="0" err="1"/>
              <a:t>xn</a:t>
            </a:r>
            <a:r>
              <a:rPr lang="en-US" dirty="0"/>
              <a:t>]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445A588-B3C9-0CD5-B306-012C45B8360F}"/>
              </a:ext>
            </a:extLst>
          </p:cNvPr>
          <p:cNvSpPr txBox="1"/>
          <p:nvPr/>
        </p:nvSpPr>
        <p:spPr>
          <a:xfrm>
            <a:off x="823665" y="2833715"/>
            <a:ext cx="2519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Sales in different months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751500E-5A9D-7455-B29B-B7F1C1B46640}"/>
              </a:ext>
            </a:extLst>
          </p:cNvPr>
          <p:cNvCxnSpPr>
            <a:stCxn id="18" idx="0"/>
            <a:endCxn id="17" idx="2"/>
          </p:cNvCxnSpPr>
          <p:nvPr/>
        </p:nvCxnSpPr>
        <p:spPr>
          <a:xfrm flipV="1">
            <a:off x="2083369" y="2428951"/>
            <a:ext cx="0" cy="4047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5539C40-3F06-74CA-FA8D-7B025379564F}"/>
              </a:ext>
            </a:extLst>
          </p:cNvPr>
          <p:cNvSpPr txBox="1"/>
          <p:nvPr/>
        </p:nvSpPr>
        <p:spPr>
          <a:xfrm>
            <a:off x="3444536" y="2059619"/>
            <a:ext cx="7938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Model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5EBC9DB-32EB-08B4-571D-714BF8373061}"/>
              </a:ext>
            </a:extLst>
          </p:cNvPr>
          <p:cNvCxnSpPr>
            <a:stCxn id="17" idx="3"/>
            <a:endCxn id="21" idx="1"/>
          </p:cNvCxnSpPr>
          <p:nvPr/>
        </p:nvCxnSpPr>
        <p:spPr>
          <a:xfrm>
            <a:off x="2655000" y="2244285"/>
            <a:ext cx="78953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370201DA-EDC8-58F9-B284-64493C6E2B18}"/>
              </a:ext>
            </a:extLst>
          </p:cNvPr>
          <p:cNvSpPr txBox="1"/>
          <p:nvPr/>
        </p:nvSpPr>
        <p:spPr>
          <a:xfrm>
            <a:off x="4715126" y="2059619"/>
            <a:ext cx="85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F25AFE0-B173-9E24-DC43-D3ED862ED72E}"/>
              </a:ext>
            </a:extLst>
          </p:cNvPr>
          <p:cNvCxnSpPr>
            <a:stCxn id="21" idx="3"/>
            <a:endCxn id="24" idx="1"/>
          </p:cNvCxnSpPr>
          <p:nvPr/>
        </p:nvCxnSpPr>
        <p:spPr>
          <a:xfrm>
            <a:off x="4238343" y="2244285"/>
            <a:ext cx="4767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EDBFB6CC-1663-6CB6-6F19-557D5C6BAC95}"/>
              </a:ext>
            </a:extLst>
          </p:cNvPr>
          <p:cNvSpPr txBox="1"/>
          <p:nvPr/>
        </p:nvSpPr>
        <p:spPr>
          <a:xfrm>
            <a:off x="1511738" y="3740921"/>
            <a:ext cx="1143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[x1, …, </a:t>
            </a:r>
            <a:r>
              <a:rPr lang="en-US" dirty="0" err="1"/>
              <a:t>xn</a:t>
            </a:r>
            <a:r>
              <a:rPr lang="en-US" dirty="0"/>
              <a:t>]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286168D-3B96-413F-90D8-330FC4CF89F2}"/>
              </a:ext>
            </a:extLst>
          </p:cNvPr>
          <p:cNvSpPr txBox="1"/>
          <p:nvPr/>
        </p:nvSpPr>
        <p:spPr>
          <a:xfrm>
            <a:off x="1235316" y="4648127"/>
            <a:ext cx="16961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Clients’ features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299B99D-2E82-9663-563B-6A5BEED22909}"/>
              </a:ext>
            </a:extLst>
          </p:cNvPr>
          <p:cNvCxnSpPr>
            <a:cxnSpLocks/>
            <a:stCxn id="29" idx="0"/>
            <a:endCxn id="28" idx="2"/>
          </p:cNvCxnSpPr>
          <p:nvPr/>
        </p:nvCxnSpPr>
        <p:spPr>
          <a:xfrm flipV="1">
            <a:off x="2083369" y="4110253"/>
            <a:ext cx="0" cy="5378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B06DDE90-44F9-0318-79F4-8BB47117CB24}"/>
              </a:ext>
            </a:extLst>
          </p:cNvPr>
          <p:cNvSpPr txBox="1"/>
          <p:nvPr/>
        </p:nvSpPr>
        <p:spPr>
          <a:xfrm>
            <a:off x="3343073" y="3740921"/>
            <a:ext cx="793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Model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5DADDAD-82DF-0E8C-E5C6-73864EBD70E4}"/>
              </a:ext>
            </a:extLst>
          </p:cNvPr>
          <p:cNvCxnSpPr>
            <a:cxnSpLocks/>
            <a:stCxn id="28" idx="3"/>
            <a:endCxn id="33" idx="1"/>
          </p:cNvCxnSpPr>
          <p:nvPr/>
        </p:nvCxnSpPr>
        <p:spPr>
          <a:xfrm>
            <a:off x="2655000" y="3925587"/>
            <a:ext cx="68807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EAF4FC4A-4A5A-ACEC-7CF8-622E2B3501F5}"/>
              </a:ext>
            </a:extLst>
          </p:cNvPr>
          <p:cNvSpPr txBox="1"/>
          <p:nvPr/>
        </p:nvSpPr>
        <p:spPr>
          <a:xfrm>
            <a:off x="4613663" y="3740921"/>
            <a:ext cx="856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DB89C82-AC47-791A-D36B-55DAD8AEC654}"/>
              </a:ext>
            </a:extLst>
          </p:cNvPr>
          <p:cNvCxnSpPr>
            <a:stCxn id="33" idx="3"/>
            <a:endCxn id="35" idx="1"/>
          </p:cNvCxnSpPr>
          <p:nvPr/>
        </p:nvCxnSpPr>
        <p:spPr>
          <a:xfrm>
            <a:off x="4136880" y="3925587"/>
            <a:ext cx="4767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67C7B5E-59BE-342F-19C2-855676DBC237}"/>
              </a:ext>
            </a:extLst>
          </p:cNvPr>
          <p:cNvCxnSpPr>
            <a:cxnSpLocks/>
            <a:stCxn id="24" idx="3"/>
            <a:endCxn id="43" idx="1"/>
          </p:cNvCxnSpPr>
          <p:nvPr/>
        </p:nvCxnSpPr>
        <p:spPr>
          <a:xfrm>
            <a:off x="5571451" y="2244285"/>
            <a:ext cx="524549" cy="8362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4B78E906-2711-FA4A-147C-D282026E85B8}"/>
              </a:ext>
            </a:extLst>
          </p:cNvPr>
          <p:cNvCxnSpPr>
            <a:cxnSpLocks/>
            <a:stCxn id="35" idx="3"/>
            <a:endCxn id="43" idx="1"/>
          </p:cNvCxnSpPr>
          <p:nvPr/>
        </p:nvCxnSpPr>
        <p:spPr>
          <a:xfrm flipV="1">
            <a:off x="5469988" y="3080551"/>
            <a:ext cx="626012" cy="8450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FE5978A2-5755-F856-55AA-2026C3817723}"/>
              </a:ext>
            </a:extLst>
          </p:cNvPr>
          <p:cNvSpPr txBox="1"/>
          <p:nvPr/>
        </p:nvSpPr>
        <p:spPr>
          <a:xfrm>
            <a:off x="6096000" y="2895885"/>
            <a:ext cx="1467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concatenate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8EEE9A6-78EB-D30F-3E49-4988422F0136}"/>
              </a:ext>
            </a:extLst>
          </p:cNvPr>
          <p:cNvSpPr txBox="1"/>
          <p:nvPr/>
        </p:nvSpPr>
        <p:spPr>
          <a:xfrm>
            <a:off x="8149837" y="2906501"/>
            <a:ext cx="8626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model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E9F5809-DFA0-E835-F148-04D05C7FACEC}"/>
              </a:ext>
            </a:extLst>
          </p:cNvPr>
          <p:cNvSpPr txBox="1"/>
          <p:nvPr/>
        </p:nvSpPr>
        <p:spPr>
          <a:xfrm>
            <a:off x="9584081" y="2917117"/>
            <a:ext cx="8626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756E0552-F956-3C77-8CF8-F51EA6BA785C}"/>
              </a:ext>
            </a:extLst>
          </p:cNvPr>
          <p:cNvCxnSpPr>
            <a:cxnSpLocks/>
            <a:stCxn id="43" idx="3"/>
            <a:endCxn id="44" idx="1"/>
          </p:cNvCxnSpPr>
          <p:nvPr/>
        </p:nvCxnSpPr>
        <p:spPr>
          <a:xfrm>
            <a:off x="7563775" y="3080551"/>
            <a:ext cx="586062" cy="106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E37D8217-C0B0-3CBB-5B2C-D4C6D6E25012}"/>
              </a:ext>
            </a:extLst>
          </p:cNvPr>
          <p:cNvCxnSpPr>
            <a:stCxn id="44" idx="3"/>
            <a:endCxn id="45" idx="1"/>
          </p:cNvCxnSpPr>
          <p:nvPr/>
        </p:nvCxnSpPr>
        <p:spPr>
          <a:xfrm>
            <a:off x="9012451" y="3091167"/>
            <a:ext cx="571630" cy="106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41934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19DD04A-5020-E584-BAB7-121B05C4679F}"/>
              </a:ext>
            </a:extLst>
          </p:cNvPr>
          <p:cNvSpPr txBox="1"/>
          <p:nvPr/>
        </p:nvSpPr>
        <p:spPr>
          <a:xfrm>
            <a:off x="1846555" y="639192"/>
            <a:ext cx="81298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Model architecture for combination of sales in different months and clients’ features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5604F3-8176-FCC8-7C27-3F3B09F01D68}"/>
              </a:ext>
            </a:extLst>
          </p:cNvPr>
          <p:cNvSpPr txBox="1"/>
          <p:nvPr/>
        </p:nvSpPr>
        <p:spPr>
          <a:xfrm>
            <a:off x="1511738" y="2059619"/>
            <a:ext cx="1143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[x1, …, </a:t>
            </a:r>
            <a:r>
              <a:rPr lang="en-US" dirty="0" err="1"/>
              <a:t>xn</a:t>
            </a:r>
            <a:r>
              <a:rPr lang="en-US" dirty="0"/>
              <a:t>]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056702-534B-7B1B-ECC4-F0306661BC84}"/>
              </a:ext>
            </a:extLst>
          </p:cNvPr>
          <p:cNvSpPr txBox="1"/>
          <p:nvPr/>
        </p:nvSpPr>
        <p:spPr>
          <a:xfrm>
            <a:off x="823665" y="2833715"/>
            <a:ext cx="2519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Sales in different months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70484F1-3979-73D4-1079-3AFB23033CDB}"/>
              </a:ext>
            </a:extLst>
          </p:cNvPr>
          <p:cNvCxnSpPr>
            <a:stCxn id="6" idx="0"/>
            <a:endCxn id="5" idx="2"/>
          </p:cNvCxnSpPr>
          <p:nvPr/>
        </p:nvCxnSpPr>
        <p:spPr>
          <a:xfrm flipV="1">
            <a:off x="2083369" y="2428951"/>
            <a:ext cx="0" cy="4047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E69F9AC-50BE-541E-EBC4-5AE9E379162B}"/>
              </a:ext>
            </a:extLst>
          </p:cNvPr>
          <p:cNvSpPr txBox="1"/>
          <p:nvPr/>
        </p:nvSpPr>
        <p:spPr>
          <a:xfrm>
            <a:off x="3444536" y="2059619"/>
            <a:ext cx="7938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Model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8803642-6C65-AA5C-8718-55E81A7788C1}"/>
              </a:ext>
            </a:extLst>
          </p:cNvPr>
          <p:cNvCxnSpPr>
            <a:stCxn id="5" idx="3"/>
            <a:endCxn id="8" idx="1"/>
          </p:cNvCxnSpPr>
          <p:nvPr/>
        </p:nvCxnSpPr>
        <p:spPr>
          <a:xfrm>
            <a:off x="2655000" y="2244285"/>
            <a:ext cx="78953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6D5BA5E-4673-B9E0-91DE-CCD5BF59F4EF}"/>
              </a:ext>
            </a:extLst>
          </p:cNvPr>
          <p:cNvSpPr txBox="1"/>
          <p:nvPr/>
        </p:nvSpPr>
        <p:spPr>
          <a:xfrm>
            <a:off x="4715126" y="2059619"/>
            <a:ext cx="85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6D83935-BEFD-B392-47AA-7D5DCF5B8497}"/>
              </a:ext>
            </a:extLst>
          </p:cNvPr>
          <p:cNvCxnSpPr>
            <a:stCxn id="8" idx="3"/>
            <a:endCxn id="10" idx="1"/>
          </p:cNvCxnSpPr>
          <p:nvPr/>
        </p:nvCxnSpPr>
        <p:spPr>
          <a:xfrm>
            <a:off x="4238343" y="2244285"/>
            <a:ext cx="4767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ACA9F86-0AFC-457D-B508-DBDC4B17474B}"/>
              </a:ext>
            </a:extLst>
          </p:cNvPr>
          <p:cNvSpPr txBox="1"/>
          <p:nvPr/>
        </p:nvSpPr>
        <p:spPr>
          <a:xfrm>
            <a:off x="4547202" y="3732151"/>
            <a:ext cx="1143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[x1, …, </a:t>
            </a:r>
            <a:r>
              <a:rPr lang="en-US" dirty="0" err="1"/>
              <a:t>xn</a:t>
            </a:r>
            <a:r>
              <a:rPr lang="en-US" dirty="0"/>
              <a:t>]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2EF9F98-56ED-F6A1-12BD-191B71D90B16}"/>
              </a:ext>
            </a:extLst>
          </p:cNvPr>
          <p:cNvSpPr txBox="1"/>
          <p:nvPr/>
        </p:nvSpPr>
        <p:spPr>
          <a:xfrm>
            <a:off x="4270780" y="4613715"/>
            <a:ext cx="16961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Clients’ features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CCE5D95-2E8E-E606-D295-FA1252FEBFA2}"/>
              </a:ext>
            </a:extLst>
          </p:cNvPr>
          <p:cNvCxnSpPr>
            <a:cxnSpLocks/>
            <a:stCxn id="13" idx="0"/>
            <a:endCxn id="12" idx="2"/>
          </p:cNvCxnSpPr>
          <p:nvPr/>
        </p:nvCxnSpPr>
        <p:spPr>
          <a:xfrm flipV="1">
            <a:off x="5118833" y="4101483"/>
            <a:ext cx="0" cy="5122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C294B9E-BE77-18F4-5607-6AE6998D27DB}"/>
              </a:ext>
            </a:extLst>
          </p:cNvPr>
          <p:cNvCxnSpPr>
            <a:cxnSpLocks/>
            <a:stCxn id="10" idx="3"/>
            <a:endCxn id="21" idx="1"/>
          </p:cNvCxnSpPr>
          <p:nvPr/>
        </p:nvCxnSpPr>
        <p:spPr>
          <a:xfrm>
            <a:off x="5571451" y="2244285"/>
            <a:ext cx="524549" cy="8362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8E46A80-5C8C-2653-AF51-C32CC99BAF32}"/>
              </a:ext>
            </a:extLst>
          </p:cNvPr>
          <p:cNvCxnSpPr>
            <a:cxnSpLocks/>
            <a:stCxn id="12" idx="3"/>
            <a:endCxn id="21" idx="1"/>
          </p:cNvCxnSpPr>
          <p:nvPr/>
        </p:nvCxnSpPr>
        <p:spPr>
          <a:xfrm flipV="1">
            <a:off x="5690464" y="3080551"/>
            <a:ext cx="405536" cy="8362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5BF7B32-7431-C1F4-9782-50C15F2EF54F}"/>
              </a:ext>
            </a:extLst>
          </p:cNvPr>
          <p:cNvSpPr txBox="1"/>
          <p:nvPr/>
        </p:nvSpPr>
        <p:spPr>
          <a:xfrm>
            <a:off x="6096000" y="2895885"/>
            <a:ext cx="1467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concatenate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4C7D7F0-EA31-81D7-618D-81FC2776B5FC}"/>
              </a:ext>
            </a:extLst>
          </p:cNvPr>
          <p:cNvSpPr txBox="1"/>
          <p:nvPr/>
        </p:nvSpPr>
        <p:spPr>
          <a:xfrm>
            <a:off x="8149837" y="2906501"/>
            <a:ext cx="8626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model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7E5EEE1-0AE2-8D7F-27A3-F73AA1641D5B}"/>
              </a:ext>
            </a:extLst>
          </p:cNvPr>
          <p:cNvSpPr txBox="1"/>
          <p:nvPr/>
        </p:nvSpPr>
        <p:spPr>
          <a:xfrm>
            <a:off x="9584081" y="2917117"/>
            <a:ext cx="8626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69B6D72-86DA-03C2-13B2-4000D5099D2C}"/>
              </a:ext>
            </a:extLst>
          </p:cNvPr>
          <p:cNvCxnSpPr>
            <a:cxnSpLocks/>
            <a:stCxn id="21" idx="3"/>
            <a:endCxn id="22" idx="1"/>
          </p:cNvCxnSpPr>
          <p:nvPr/>
        </p:nvCxnSpPr>
        <p:spPr>
          <a:xfrm>
            <a:off x="7563775" y="3080551"/>
            <a:ext cx="586062" cy="106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103344A-F66D-9D83-F68D-A36377BF89EB}"/>
              </a:ext>
            </a:extLst>
          </p:cNvPr>
          <p:cNvCxnSpPr>
            <a:stCxn id="22" idx="3"/>
            <a:endCxn id="23" idx="1"/>
          </p:cNvCxnSpPr>
          <p:nvPr/>
        </p:nvCxnSpPr>
        <p:spPr>
          <a:xfrm>
            <a:off x="9012451" y="3091167"/>
            <a:ext cx="571630" cy="106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63468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</TotalTime>
  <Words>76</Words>
  <Application>Microsoft Office PowerPoint</Application>
  <PresentationFormat>Widescreen</PresentationFormat>
  <Paragraphs>22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>RWS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Marcin Bułka</dc:creator>
  <cp:lastModifiedBy>Marcin Bułka</cp:lastModifiedBy>
  <cp:revision>3</cp:revision>
  <dcterms:created xsi:type="dcterms:W3CDTF">2023-10-31T08:22:48Z</dcterms:created>
  <dcterms:modified xsi:type="dcterms:W3CDTF">2023-11-07T11:16:48Z</dcterms:modified>
</cp:coreProperties>
</file>